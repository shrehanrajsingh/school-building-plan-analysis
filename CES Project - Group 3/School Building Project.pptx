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ej+ycg3p7Q0j92eBN32tJKdKK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alBlack-regular.fntdata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4" name="Google Shape;44;p2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2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975946"/>
            <a:ext cx="9143999" cy="25340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GB">
                <a:latin typeface="Arial Black"/>
                <a:ea typeface="Arial Black"/>
                <a:cs typeface="Arial Black"/>
                <a:sym typeface="Arial Black"/>
              </a:rPr>
              <a:t>School Building Project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-1" y="3509963"/>
            <a:ext cx="91439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>
                <a:latin typeface="Arial Black"/>
                <a:ea typeface="Arial Black"/>
                <a:cs typeface="Arial Black"/>
                <a:sym typeface="Arial Black"/>
              </a:rPr>
              <a:t>A Detailed Architectural Plan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</a:pPr>
            <a:r>
              <a:rPr b="1" lang="en-GB">
                <a:latin typeface="Arial Black"/>
                <a:ea typeface="Arial Black"/>
                <a:cs typeface="Arial Black"/>
                <a:sym typeface="Arial Black"/>
              </a:rPr>
              <a:t>Team Details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609598" y="1488613"/>
            <a:ext cx="6347714" cy="4759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1.Subhraneel Bag-24CE10111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2. Shrehan Raj Singh-24CE10103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3. Sk Toufik Haque- 24CE10106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4.Ayan Kumar-24CE10037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5.Khade Aditya Santosh-24CE10070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6.Ayush Nayal-24CE10040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7.Rushil Ajaria-24CE10094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8.Shourya Vinod Singh-24CE1002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9.Hiya Agarwal-24CE10061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10.Amish Khare-24CE10029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11.Arsh M. Rashania-24CE10034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12.Abhay-24CE10023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b="1" lang="en-GB" sz="3600">
                <a:latin typeface="Arial Black"/>
                <a:ea typeface="Arial Black"/>
                <a:cs typeface="Arial Black"/>
                <a:sym typeface="Arial Black"/>
              </a:rPr>
              <a:t>Project Overview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This presentation provides a structured view of the school building project. Each floor plan is displayed separately, followed by its detailed description. Dimensions and layout details are included for clarity.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57150" y="81353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/>
              <a:t>Ground </a:t>
            </a:r>
            <a:br>
              <a:rPr lang="en-GB" sz="3600"/>
            </a:br>
            <a:r>
              <a:rPr lang="en-GB" sz="3600"/>
              <a:t>Floor</a:t>
            </a:r>
            <a:br>
              <a:rPr lang="en-GB" sz="3600"/>
            </a:br>
            <a:r>
              <a:rPr lang="en-GB" sz="3600"/>
              <a:t>Plan </a:t>
            </a:r>
            <a:br>
              <a:rPr lang="en-GB" sz="3600"/>
            </a:br>
            <a:r>
              <a:rPr lang="en-GB" sz="3600"/>
              <a:t>Layout</a:t>
            </a:r>
            <a:endParaRPr/>
          </a:p>
        </p:txBody>
      </p:sp>
      <p:pic>
        <p:nvPicPr>
          <p:cNvPr descr="A blueprint of a building&#10;&#10;AI-generated content may be incorrect.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5207" y="1"/>
            <a:ext cx="661879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GB" sz="3600">
                <a:latin typeface="Arial Black"/>
                <a:ea typeface="Arial Black"/>
                <a:cs typeface="Arial Black"/>
                <a:sym typeface="Arial Black"/>
              </a:rPr>
              <a:t>Ground Floor Plan - Details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63744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The ground floor includes the following primary classrooms and administrative sections: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Nursery to Class VIII classrooms (Each: 7m x 7m)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Principal’s Office (5m x 10.25m), Office (7.5m x 7m)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Parents’ Waiting Area (4m x 7m), Sick Room (5m x 7m)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Courtyard with Badminton Court (21.5m x 11m)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Staircases and accessible pathways for easy movement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Sports kits room, Store and Counter</a:t>
            </a:r>
            <a:endParaRPr sz="2400"/>
          </a:p>
          <a:p>
            <a:pPr indent="-825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202223" y="56270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/>
              <a:t>First</a:t>
            </a:r>
            <a:br>
              <a:rPr lang="en-GB" sz="3600"/>
            </a:br>
            <a:r>
              <a:rPr lang="en-GB" sz="3600"/>
              <a:t>Floor</a:t>
            </a:r>
            <a:br>
              <a:rPr lang="en-GB" sz="3600"/>
            </a:br>
            <a:r>
              <a:rPr lang="en-GB" sz="3600"/>
              <a:t>Plan</a:t>
            </a:r>
            <a:br>
              <a:rPr lang="en-GB" sz="3600"/>
            </a:br>
            <a:r>
              <a:rPr lang="en-GB" sz="3600"/>
              <a:t>Layout</a:t>
            </a:r>
            <a:endParaRPr/>
          </a:p>
        </p:txBody>
      </p:sp>
      <p:pic>
        <p:nvPicPr>
          <p:cNvPr descr="A blueprint of a building&#10;&#10;AI-generated content may be incorrect.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2997" y="0"/>
            <a:ext cx="6291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GB" sz="3600">
                <a:latin typeface="Arial Black"/>
                <a:ea typeface="Arial Black"/>
                <a:cs typeface="Arial Black"/>
                <a:sym typeface="Arial Black"/>
              </a:rPr>
              <a:t>First Floor Plan - Details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The first floor hosts secondary-level classrooms and faculty rooms: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Class IX to XII classrooms (Each: 7m x 7m)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Separate boys’ and girls’ restrooms on each wing and drinking water stations.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Teachers’ Lounge (17.5m x 7m) for faculty members.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 Staff and student elevators.</a:t>
            </a:r>
            <a:endParaRPr sz="2400"/>
          </a:p>
          <a:p>
            <a:pPr indent="-825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206619" y="56734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/>
              <a:t>Second</a:t>
            </a:r>
            <a:br>
              <a:rPr lang="en-GB" sz="3600"/>
            </a:br>
            <a:r>
              <a:rPr lang="en-GB" sz="3600"/>
              <a:t>Floor</a:t>
            </a:r>
            <a:br>
              <a:rPr lang="en-GB" sz="3600"/>
            </a:br>
            <a:r>
              <a:rPr lang="en-GB" sz="3600"/>
              <a:t>Plan</a:t>
            </a:r>
            <a:br>
              <a:rPr lang="en-GB" sz="3600"/>
            </a:br>
            <a:r>
              <a:rPr lang="en-GB" sz="3600"/>
              <a:t>Layout</a:t>
            </a:r>
            <a:endParaRPr/>
          </a:p>
        </p:txBody>
      </p:sp>
      <p:pic>
        <p:nvPicPr>
          <p:cNvPr descr="A blueprint of a building&#10;&#10;AI-generated content may be incorrect."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2081" y="0"/>
            <a:ext cx="655191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GB" sz="3600">
                <a:latin typeface="Arial Black"/>
                <a:ea typeface="Arial Black"/>
                <a:cs typeface="Arial Black"/>
                <a:sym typeface="Arial Black"/>
              </a:rPr>
              <a:t>Second Floor Plan - Details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8268" y="1867722"/>
            <a:ext cx="7657485" cy="5296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The second floor is designed for specialized academic and extracurricular spaces: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Science Labs (Physics, Chemistry, Biology) - (Each: 11m x 7m)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Library with reading area (12m x 21.5m)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Computer Lab with modern systems (11m x 7m)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Music Room for creative learning (10.5m x 7m)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Seminar room for holding events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Large Conference room for meetings (15.05m x 14.25m)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Terrace for fresh air (6.45m x 7m)</a:t>
            </a:r>
            <a:endParaRPr sz="2400"/>
          </a:p>
          <a:p>
            <a:pPr indent="-825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/>
              <a:t>Front Elevation - Layout</a:t>
            </a:r>
            <a:endParaRPr/>
          </a:p>
        </p:txBody>
      </p:sp>
      <p:pic>
        <p:nvPicPr>
          <p:cNvPr id="139" name="Google Shape;1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5858"/>
            <a:ext cx="9144000" cy="3806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b="1" lang="en-GB" sz="3600">
                <a:latin typeface="Arial Black"/>
                <a:ea typeface="Arial Black"/>
                <a:cs typeface="Arial Black"/>
                <a:sym typeface="Arial Black"/>
              </a:rPr>
              <a:t>Front Elevation - Details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145891" y="2217537"/>
            <a:ext cx="7893407" cy="4751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The front elevation showcases the school’s modern design: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Large entrance with pedestrian pathways and ramp for wheelchair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Spacious parking area for staff and visitors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Green landscaping for a pleasant environment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Wide windows for natural light and ventilation</a:t>
            </a:r>
            <a:endParaRPr/>
          </a:p>
          <a:p>
            <a:pPr indent="-825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92319" y="-23275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/>
              <a:t>Whole School Plan - Layout</a:t>
            </a:r>
            <a:endParaRPr/>
          </a:p>
        </p:txBody>
      </p:sp>
      <p:pic>
        <p:nvPicPr>
          <p:cNvPr descr="A blueprint of a football field&#10;&#10;AI-generated content may be incorrect." id="151" name="Google Shape;1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23477"/>
            <a:ext cx="9144000" cy="5934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</a:pPr>
            <a:r>
              <a:rPr b="1" lang="en-GB">
                <a:latin typeface="Arial Black"/>
                <a:ea typeface="Arial Black"/>
                <a:cs typeface="Arial Black"/>
                <a:sym typeface="Arial Black"/>
              </a:rPr>
              <a:t>Whole School Plan - Details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The complete school layout ensures a well-structured learning environment: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G+2 Building for the School with doubly loaded corridors.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Badminton Court, Basketball Court, Cricket Ground, Football Ground and Children's Playground.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Safe entry and exit points for students and staff.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Landscaping and pathways for a structured movement system.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Different parking spaces for school bus, school staff and visitors.</a:t>
            </a:r>
            <a:endParaRPr sz="2400"/>
          </a:p>
          <a:p>
            <a:pPr indent="-825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b="1" lang="en-GB" sz="3600"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The school building project is meticulously designed for optimal academic and extracurricular growth. The well-planned structure ensures smooth operations, safety, and a dynamic learning experience</a:t>
            </a:r>
            <a:r>
              <a:rPr lang="en-GB" sz="2800"/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b="1" lang="en-GB" sz="3600">
                <a:latin typeface="Arial Black"/>
                <a:ea typeface="Arial Black"/>
                <a:cs typeface="Arial Black"/>
                <a:sym typeface="Arial Black"/>
              </a:rPr>
              <a:t>Structural &amp; Material Considerations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395654" y="1825624"/>
            <a:ext cx="8119696" cy="4918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600"/>
              <a:t>1. Foundation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Reinforced Concrete (RCC):</a:t>
            </a:r>
            <a:r>
              <a:rPr lang="en-GB" sz="1600"/>
              <a:t> Provides strong load-bearing capacity and resistance against earthquakes.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Piles or Deep Footings:</a:t>
            </a:r>
            <a:r>
              <a:rPr lang="en-GB" sz="1600"/>
              <a:t> Used in areas with weak soil conditions to enhance stability.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Stone Foundation:</a:t>
            </a:r>
            <a:r>
              <a:rPr lang="en-GB" sz="1600"/>
              <a:t> Traditional and durable, especially in regions with ample stone resources.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Steel Reinforced Concrete (SRC):</a:t>
            </a:r>
            <a:r>
              <a:rPr lang="en-GB" sz="1600"/>
              <a:t> An advanced version of RCC that incorporates additional steel for enhanced strength.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600"/>
              <a:t>2. Walls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Brick Masonry:</a:t>
            </a:r>
            <a:r>
              <a:rPr lang="en-GB" sz="1600"/>
              <a:t> Durable and cost-effective, commonly used with cement mortar and plastering.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Concrete Blocks:</a:t>
            </a:r>
            <a:r>
              <a:rPr lang="en-GB" sz="1600"/>
              <a:t> Stronger and provide better thermal insulation than bricks.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Precast Concrete Panels:</a:t>
            </a:r>
            <a:r>
              <a:rPr lang="en-GB" sz="1600"/>
              <a:t> Quick to install and durable, reducing construction time.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Autoclaved Aerated Concrete (AAC) Blocks:</a:t>
            </a:r>
            <a:r>
              <a:rPr lang="en-GB" sz="1600"/>
              <a:t> Lightweight, fire-resistant, and excellent for insulation.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Timber Walls:</a:t>
            </a:r>
            <a:r>
              <a:rPr lang="en-GB" sz="1600"/>
              <a:t> Suitable for temporary or eco-friendly schools, especially in rural or forested regions.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Glass Curtain Walls:</a:t>
            </a:r>
            <a:r>
              <a:rPr lang="en-GB" sz="1600"/>
              <a:t> Used in modern designs to allow more natural light and aesthetics.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Solar Panels:</a:t>
            </a:r>
            <a:r>
              <a:rPr lang="en-GB" sz="1600"/>
              <a:t> For sustainable energy generation.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Cork Boards &amp; Soft Boards:</a:t>
            </a:r>
            <a:r>
              <a:rPr lang="en-GB" sz="1600"/>
              <a:t> Used for bulletin boards and classroom walls.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GB" sz="1600"/>
              <a:t>Fireproof and Water-resistant Paints:</a:t>
            </a:r>
            <a:r>
              <a:rPr lang="en-GB" sz="1600"/>
              <a:t> Ensure safety and durability.</a:t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 flipH="1" rot="10800000">
            <a:off x="10836519" y="2912820"/>
            <a:ext cx="45719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529736" y="944806"/>
            <a:ext cx="8084527" cy="5913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/>
              <a:t>3. Roof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Reinforced Concrete Slab (RCC):</a:t>
            </a:r>
            <a:r>
              <a:rPr lang="en-GB" sz="1500"/>
              <a:t> Durable and strong, with added waterproofing for longevity.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Metal Roofing (Aluminium, Steel, or Zinc Coated):</a:t>
            </a:r>
            <a:r>
              <a:rPr lang="en-GB" sz="1500"/>
              <a:t> Lightweight and ideal for sloped roofs.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Clay or Concrete Tiles:</a:t>
            </a:r>
            <a:r>
              <a:rPr lang="en-GB" sz="1500"/>
              <a:t> Used in warm climates for better heat resistance.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Green Roofs (Vegetation on Waterproof Layers):</a:t>
            </a:r>
            <a:r>
              <a:rPr lang="en-GB" sz="1500"/>
              <a:t> Helps with insulation and environmental sustainability.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Polycarbonate Panels:</a:t>
            </a:r>
            <a:r>
              <a:rPr lang="en-GB" sz="1500"/>
              <a:t> Allow natural light while being impact-resistant.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/>
              <a:t>4. Flooring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Vitrified Tiles:</a:t>
            </a:r>
            <a:r>
              <a:rPr lang="en-GB" sz="1500"/>
              <a:t> Non-slip, easy to maintain, and suitable for high-traffic areas.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Ceramic Tiles:</a:t>
            </a:r>
            <a:r>
              <a:rPr lang="en-GB" sz="1500"/>
              <a:t> Used in restrooms and laboratories due to water resistance.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Terrazzo Flooring:</a:t>
            </a:r>
            <a:r>
              <a:rPr lang="en-GB" sz="1500"/>
              <a:t> Durable and commonly used in corridors and public spaces.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Vinyl Flooring:</a:t>
            </a:r>
            <a:r>
              <a:rPr lang="en-GB" sz="1500"/>
              <a:t> Soft, slip-resistant, and used in classrooms and play areas.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Rubber Flooring:</a:t>
            </a:r>
            <a:r>
              <a:rPr lang="en-GB" sz="1500"/>
              <a:t> Provides comfort and safety, commonly used in special needs classrooms and playgrounds.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Polished Concrete:</a:t>
            </a:r>
            <a:r>
              <a:rPr lang="en-GB" sz="1500"/>
              <a:t> Cost-effective and highly durable for hallways and auditoriums.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628650" y="116620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/>
              <a:t>5. Doors &amp; Windows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Aluminium Frames with Glass Panels:</a:t>
            </a:r>
            <a:r>
              <a:rPr lang="en-GB" sz="1500"/>
              <a:t> Lightweight, rust-resistant, and allows natural light.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Wooden Doors:</a:t>
            </a:r>
            <a:r>
              <a:rPr lang="en-GB" sz="1500"/>
              <a:t> Used for classrooms and offices, providing good insulation.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Steel Doors:</a:t>
            </a:r>
            <a:r>
              <a:rPr lang="en-GB" sz="1500"/>
              <a:t> Used for emergency exits due to fire resistance.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UPVC (Unplasticized Polyvinyl Chloride) Windows:</a:t>
            </a:r>
            <a:r>
              <a:rPr lang="en-GB" sz="1500"/>
              <a:t> Energy-efficient and low maintenance.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Tempered or Laminated Glass Windows:</a:t>
            </a:r>
            <a:r>
              <a:rPr lang="en-GB" sz="1500"/>
              <a:t> Ensures safety by reducing the risk of breakage.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/>
              <a:t>6. Load-Bearing Capacity &amp; Structural Reinforcement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Steel Beams and Columns:</a:t>
            </a:r>
            <a:r>
              <a:rPr lang="en-GB" sz="1500"/>
              <a:t> Provide structural support, especially in multi-story buildings.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Reinforced Concrete Frames:</a:t>
            </a:r>
            <a:r>
              <a:rPr lang="en-GB" sz="1500"/>
              <a:t> Designed to withstand seismic and wind loads.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Bracing Systems (Cross-bracing, Shear Walls):</a:t>
            </a:r>
            <a:r>
              <a:rPr lang="en-GB" sz="1500"/>
              <a:t> Improve earthquake resistance.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GB" sz="1500"/>
              <a:t>Fiber-Reinforced Polymer (FRP) Reinforcements:</a:t>
            </a:r>
            <a:r>
              <a:rPr lang="en-GB" sz="1500"/>
              <a:t> Lightweight yet strong for additional support.</a:t>
            </a:r>
            <a:endParaRPr/>
          </a:p>
          <a:p>
            <a:pPr indent="-76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b="1" lang="en-GB" sz="3600">
                <a:latin typeface="Arial Black"/>
                <a:ea typeface="Arial Black"/>
                <a:cs typeface="Arial Black"/>
                <a:sym typeface="Arial Black"/>
              </a:rPr>
              <a:t>Safety &amp; Sustainability Features</a:t>
            </a:r>
            <a:endParaRPr/>
          </a:p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The school incorporates various safety and environmental considerations: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Emergency Exits &amp; Fire Safety: Clearly marked fire exits and fire extinguishers on each floor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Natural Ventilation &amp; Lighting: Maximized through large windows and courtyard design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Energy Efficiency: Use of LED lighting, lots of natural light and provision for solar panels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Water Management: Rainwater harvesting system and proper drainage planning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Disabled Accessibility: Ramps , elevators and wide doorways for wheelchair access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b="1" lang="en-GB" sz="3600">
                <a:latin typeface="Arial Black"/>
                <a:ea typeface="Arial Black"/>
                <a:cs typeface="Arial Black"/>
                <a:sym typeface="Arial Black"/>
              </a:rPr>
              <a:t>Key Learnings from the School Building Project</a:t>
            </a:r>
            <a:br>
              <a:rPr lang="en-GB"/>
            </a:b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609598" y="2042603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/>
              <a:t>Understanding </a:t>
            </a:r>
            <a:r>
              <a:rPr b="1" lang="en-GB" sz="2000"/>
              <a:t>floor planning</a:t>
            </a:r>
            <a:r>
              <a:rPr lang="en-GB" sz="2000"/>
              <a:t> to optimize classroom layout, office spaces, and movement corridors.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/>
              <a:t>Learning to create </a:t>
            </a:r>
            <a:r>
              <a:rPr b="1" lang="en-GB" sz="2000"/>
              <a:t>detailed project plans, CAD drawings, and reports</a:t>
            </a:r>
            <a:r>
              <a:rPr lang="en-GB" sz="2000"/>
              <a:t>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/>
              <a:t>Understanding </a:t>
            </a:r>
            <a:r>
              <a:rPr b="1" lang="en-GB" sz="2000"/>
              <a:t>construction project phases</a:t>
            </a:r>
            <a:r>
              <a:rPr lang="en-GB" sz="2000"/>
              <a:t> (planning, approval, execution).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/>
              <a:t>Experience in </a:t>
            </a:r>
            <a:r>
              <a:rPr b="1" lang="en-GB" sz="2000"/>
              <a:t>collaborating with teams and presenting technical information</a:t>
            </a:r>
            <a:r>
              <a:rPr lang="en-GB" sz="2000"/>
              <a:t>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 Black"/>
              <a:buNone/>
            </a:pPr>
            <a:r>
              <a:rPr lang="en-GB" sz="9600">
                <a:latin typeface="Arial Black"/>
                <a:ea typeface="Arial Black"/>
                <a:cs typeface="Arial Black"/>
                <a:sym typeface="Arial Black"/>
              </a:rPr>
              <a:t>THE END</a:t>
            </a:r>
            <a:endParaRPr sz="9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Subhraneel Bag</dc:creator>
</cp:coreProperties>
</file>